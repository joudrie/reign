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bullets max per box, about 8 words each. Brief the so-what; don't read the slide. Decisions go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B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"/>
            <a:ext cx="12191695" cy="54864"/>
          </a:xfrm>
          <a:prstGeom prst="rect">
            <a:avLst/>
          </a:prstGeom>
          <a:solidFill>
            <a:srgbClr val="C00000"/>
          </a:solidFill>
          <a:ln/>
        </p:spPr>
      </p:sp>
      <p:pic>
        <p:nvPicPr>
          <p:cNvPr id="3" name="Image 0" descr="/tmp/claude-0/-home-user-reign/8904e6bb-463e-5eef-9539-7a202c7f117e/scratchpad/sept_media/ppt/media/image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" y="182880"/>
            <a:ext cx="658368" cy="731520"/>
          </a:xfrm>
          <a:prstGeom prst="rect">
            <a:avLst/>
          </a:prstGeom>
        </p:spPr>
      </p:pic>
      <p:pic>
        <p:nvPicPr>
          <p:cNvPr id="4" name="Image 1" descr="/tmp/claude-0/-home-user-reign/8904e6bb-463e-5eef-9539-7a202c7f117e/scratchpad/sept_media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9279" y="182880"/>
            <a:ext cx="749808" cy="731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1005840"/>
            <a:ext cx="12191695" cy="457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069848"/>
            <a:ext cx="12191695" cy="2743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7" name="Shape 3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1F3A93"/>
          </a:solidFill>
          <a:ln/>
        </p:spPr>
      </p:sp>
      <p:sp>
        <p:nvSpPr>
          <p:cNvPr id="8" name="Shape 4"/>
          <p:cNvSpPr/>
          <p:nvPr/>
        </p:nvSpPr>
        <p:spPr>
          <a:xfrm>
            <a:off x="0" y="6400800"/>
            <a:ext cx="12191695" cy="4572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9" name="Text 5"/>
          <p:cNvSpPr/>
          <p:nvPr/>
        </p:nvSpPr>
        <p:spPr>
          <a:xfrm>
            <a:off x="518190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</a:t>
            </a:r>
            <a:endParaRPr lang="en-US" sz="1100" dirty="0"/>
          </a:p>
        </p:txBody>
      </p:sp>
      <p:sp>
        <p:nvSpPr>
          <p:cNvPr id="10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OCS Class 94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111858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IDT CUB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9748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COMMANDER'S UPDATE BRIEF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320040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2nd BN (OCS), 101st Regiment (RTI)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84048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[Drill month and dates]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3891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PL: </a:t>
            </a:r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[PL]</a:t>
            </a:r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PSG: </a:t>
            </a:r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[PSG]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484632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to: </a:t>
            </a:r>
            <a:pPr algn="ctr" indent="0" marL="0">
              <a:buNone/>
            </a:pPr>
            <a:r>
              <a:rPr lang="en-US" sz="18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[Presented to]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53492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[DTG]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2011680" y="1371600"/>
            <a:ext cx="8686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Organization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Drill AAR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Snapshot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Personnel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Intelligence &amp; Security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Operations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Logistics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Signal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Treasurer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Tracker &amp; Decisions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➢"/>
            </a:pPr>
            <a:r>
              <a:rPr lang="en-US" sz="2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Closing: TAC Cadre | Alibis | Company Commander | Questions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Organization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SQUADS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428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1st Squad Leader — </a:t>
            </a:r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leader]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— </a:t>
            </a:r>
            <a:pPr indent="0" marL="0">
              <a:spcAft>
                <a:spcPts val="12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[Members]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2nd Squad Leader — </a:t>
            </a:r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leader]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— </a:t>
            </a:r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[Members]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428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 Personnel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 Intelligence &amp; Security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 Operations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 Logistics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 Signal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 Treasurer — </a:t>
            </a:r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[Shop owner]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Drill AAR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18585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2926080"/>
                <a:gridCol w="1737360"/>
                <a:gridCol w="2926080"/>
                <a:gridCol w="309341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Task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Met (Y/N)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Sustain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Improve (owner, date)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[Task]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[Y/N]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[Sustain]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[Improve — owner, date]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 Snapshot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PERSONNEL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[Assigned strength]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[Profiles]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[Open shortages]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READINESS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[Upcoming events]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 &amp; PSG CONCERNS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[Concerns]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Personnel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363717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 ·  SINCE LAST DRILL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3417722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[Admin actions closed]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77258" y="1280160"/>
            <a:ext cx="363717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386986" y="12801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 ·  STATUS NOW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386986" y="1719072"/>
            <a:ext cx="3417722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[Strength and profiles]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51597" y="1280160"/>
            <a:ext cx="3637178" cy="42519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51597" y="12801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1325" y="12801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 ·  SUSPENSES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161325" y="1719072"/>
            <a:ext cx="3417722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[Suspenses with NLT dates]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S-1 ASK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[S-1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Intelligence &amp; Security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[One line per region]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[Installation activity]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WEATHER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[Weather and training impact]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 PROTECTION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[Force protection item]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S-2 ASK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[S-2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Operations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228600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 ·  LAST DRILL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926080" y="1280160"/>
            <a:ext cx="8625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[Last drill executed]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02920" y="196596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2920" y="1965960"/>
            <a:ext cx="228600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2648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  ·  THIS DRILL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926080" y="1965960"/>
            <a:ext cx="8625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[This drill POI]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651760"/>
            <a:ext cx="363717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26517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26517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DAYS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090672"/>
            <a:ext cx="341772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[30 days]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277258" y="2651760"/>
            <a:ext cx="363717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77258" y="26517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86986" y="26517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DAYS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386986" y="3090672"/>
            <a:ext cx="341772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[60 days]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51597" y="2651760"/>
            <a:ext cx="363717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51597" y="2651760"/>
            <a:ext cx="3637178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161325" y="2651760"/>
            <a:ext cx="341772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90+ DAYS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61325" y="3090672"/>
            <a:ext cx="3417722" cy="2368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[90+ days]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S-3 ASK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[S-3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Logistics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RESOLVED  ·  SINCE LAST DRILL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[Item, OC, status, get-well date]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SHORTAGES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[Item, OC, status, get-well date]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BILLETING &amp; CHOW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[Billeting and chow requests]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TO TRAINING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[Training at risk]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S-4 ASK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[S-4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Signal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551063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978076"/>
                <a:gridCol w="1978076"/>
              </a:tblGrid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During Drill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Outside Drill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   Primary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[P]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  Alternate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[A]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[A]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  Contingency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   Emergency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RADIO ACCOUNTABILITY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[Radio accountability]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ISSUES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[Access issues]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S-6 ASK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[S-6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Treasurer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920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12648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[Balance]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178144" y="1280160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87872" y="1280160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 ·  SINCE LAST DRILL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287872" y="1719072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[Activity since last drill]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02920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2648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[Next steps]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78144" y="3488436"/>
            <a:ext cx="5510632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87872" y="3488436"/>
            <a:ext cx="5291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FROM HIGHER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287872" y="3927348"/>
            <a:ext cx="5291176" cy="1531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[Needs from higher]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2920" y="5669280"/>
            <a:ext cx="1118585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02920" y="5669280"/>
            <a:ext cx="1554480" cy="54864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56692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S-8 ASK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2194560" y="566928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[S-8 ask, or "No ask"]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Tracker &amp; Decisions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72237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280160"/>
                <a:gridCol w="1645920"/>
              </a:tblGrid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2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[Item]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[Owner]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[Suspense]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[Status]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7891272" y="1280160"/>
            <a:ext cx="3797503" cy="4800600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7891272" y="1280160"/>
            <a:ext cx="3797503" cy="365760"/>
          </a:xfrm>
          <a:prstGeom prst="rect">
            <a:avLst/>
          </a:prstGeom>
          <a:solidFill>
            <a:srgbClr val="E4EAE4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01000" y="1280160"/>
            <a:ext cx="35780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REQUIRED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8001000" y="1719072"/>
            <a:ext cx="3578047" cy="428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[Decision required]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[Decision required]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[Decision required]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8" type="title" hasCustomPrompt="1"/>
          </p:nvPr>
        </p:nvSpPr>
        <p:spPr>
          <a:xfrm>
            <a:off x="1188720" y="201168"/>
            <a:ext cx="98142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502920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1554480"/>
            <a:ext cx="640080" cy="64008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1600200" y="1508760"/>
            <a:ext cx="4230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 Cadre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2240280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Cadre remarks and guidance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8144" y="1280160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52464" y="1554480"/>
            <a:ext cx="640080" cy="64008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275424" y="1508760"/>
            <a:ext cx="4230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Alibis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7275424" y="2240280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Outstanding items from the platoon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762756"/>
            <a:ext cx="640080" cy="64008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600200" y="3717036"/>
            <a:ext cx="4230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Commander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4448556"/>
            <a:ext cx="4230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4E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Commander's remarks and guidance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78144" y="3488436"/>
            <a:ext cx="5510632" cy="2043684"/>
          </a:xfrm>
          <a:prstGeom prst="rect">
            <a:avLst/>
          </a:prstGeom>
          <a:solidFill>
            <a:srgbClr val="FFFFFF"/>
          </a:solidFill>
          <a:ln w="9525">
            <a:solidFill>
              <a:srgbClr val="4040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52464" y="3762756"/>
            <a:ext cx="640080" cy="640080"/>
          </a:xfrm>
          <a:prstGeom prst="rect">
            <a:avLst/>
          </a:prstGeom>
          <a:solidFill>
            <a:srgbClr val="1F4E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7275424" y="3717036"/>
            <a:ext cx="4230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94 CUB Template</dc:title>
  <dc:subject>PptxGenJS Presentation</dc:subject>
  <dc:creator>OCS Class 94</dc:creator>
  <cp:lastModifiedBy>OCS Class 94</cp:lastModifiedBy>
  <cp:revision>1</cp:revision>
  <dcterms:created xsi:type="dcterms:W3CDTF">2026-10-05T18:49:21Z</dcterms:created>
  <dcterms:modified xsi:type="dcterms:W3CDTF">2026-10-05T18:49:21Z</dcterms:modified>
</cp:coreProperties>
</file>