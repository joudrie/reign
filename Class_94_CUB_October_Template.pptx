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bullets max per box, about 8 words each. Brief the so-what; don't read the slide. Decisions go on slide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bullets max per box, about 8 words each. Brief the so-what; don't read the slide. Decisions go on slide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bullets max per box, about 8 words each. Brief the so-what; don't read the slide. Decisions go on slide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bullets max per box, about 8 words each. Brief the so-what; don't read the slide. Decisions go on slide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bullets max per box, about 8 words each. Brief the so-what; don't read the slide. Decisions go on slide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bullets max per box, about 8 words each. Brief the so-what; don't read the slide. Decisions go on slide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bullets max per box, about 8 words each. Brief the so-what; don't read the slide. Decisions go on slide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bullets max per box, about 8 words each. Brief the so-what; don't read the slide. Decisions go on slide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bullets max per box, about 8 words each. Brief the so-what; don't read the slide. Decisions go on slide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bullets max per box, about 8 words each. Brief the so-what; don't read the slide. Decisions go on slide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bullets max per box, about 8 words each. Brief the so-what; don't read the slide. Decisions go on slide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the floor to the TAC cadre. Capture guidance on the Status Tracker.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Anything not briefed by a shop. One line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the floor to the Company Commander. Capture guidance on the Status Tracker.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floor. Record any new taskings on the Status Tracker.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UB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6576"/>
            <a:ext cx="12191695" cy="54864"/>
          </a:xfrm>
          <a:prstGeom prst="rect">
            <a:avLst/>
          </a:prstGeom>
          <a:solidFill>
            <a:srgbClr val="C00000"/>
          </a:solidFill>
          <a:ln/>
        </p:spPr>
      </p:sp>
      <p:pic>
        <p:nvPicPr>
          <p:cNvPr id="3" name="Image 0" descr="/tmp/claude-0/-home-user-reign/8904e6bb-463e-5eef-9539-7a202c7f117e/scratchpad/sept_media/ppt/media/image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608" y="182880"/>
            <a:ext cx="658368" cy="731520"/>
          </a:xfrm>
          <a:prstGeom prst="rect">
            <a:avLst/>
          </a:prstGeom>
        </p:spPr>
      </p:pic>
      <p:pic>
        <p:nvPicPr>
          <p:cNvPr id="4" name="Image 1" descr="/tmp/claude-0/-home-user-reign/8904e6bb-463e-5eef-9539-7a202c7f117e/scratchpad/sept_media/ppt/media/imag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9279" y="182880"/>
            <a:ext cx="749808" cy="7315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069848"/>
            <a:ext cx="12191695" cy="27432"/>
          </a:xfrm>
          <a:prstGeom prst="rect">
            <a:avLst/>
          </a:prstGeom>
          <a:solidFill>
            <a:srgbClr val="1F3A93"/>
          </a:solidFill>
          <a:ln/>
        </p:spPr>
      </p:sp>
      <p:sp>
        <p:nvSpPr>
          <p:cNvPr id="7" name="Shape 3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1F3A93"/>
          </a:solidFill>
          <a:ln/>
        </p:spPr>
      </p:sp>
      <p:sp>
        <p:nvSpPr>
          <p:cNvPr id="8" name="Shape 4"/>
          <p:cNvSpPr/>
          <p:nvPr/>
        </p:nvSpPr>
        <p:spPr>
          <a:xfrm>
            <a:off x="0" y="6400800"/>
            <a:ext cx="12191695" cy="4572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9" name="Text 5"/>
          <p:cNvSpPr/>
          <p:nvPr/>
        </p:nvSpPr>
        <p:spPr>
          <a:xfrm>
            <a:off x="518190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CUI</a:t>
            </a:r>
            <a:endParaRPr lang="en-US" sz="1100" dirty="0"/>
          </a:p>
        </p:txBody>
      </p:sp>
      <p:sp>
        <p:nvSpPr>
          <p:cNvPr id="10" name="Text 6"/>
          <p:cNvSpPr/>
          <p:nvPr>
            <p:ph idx="108" type="title" hasCustomPrompt="1"/>
          </p:nvPr>
        </p:nvSpPr>
        <p:spPr>
          <a:xfrm>
            <a:off x="1188720" y="201168"/>
            <a:ext cx="9814255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ctr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8" type="title" hasCustomPrompt="1"/>
          </p:nvPr>
        </p:nvSpPr>
        <p:spPr>
          <a:xfrm>
            <a:off x="1188720" y="201168"/>
            <a:ext cx="981425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OCS Class 94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600200"/>
            <a:ext cx="111858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IDT CUB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69748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COMMANDER'S UPDATE BRIEF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320040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2nd BN (OCS), 101st Regiment (RTI)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84048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[Drill month and dates]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438912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PL: </a:t>
            </a:r>
            <a:pPr algn="ctr" indent="0" marL="0">
              <a:buNone/>
            </a:pPr>
            <a:r>
              <a:rPr lang="en-US" sz="18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[PL]</a:t>
            </a:r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PSG: </a:t>
            </a:r>
            <a:pPr algn="ctr" indent="0" marL="0">
              <a:buNone/>
            </a:pPr>
            <a:r>
              <a:rPr lang="en-US" sz="18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[PSG]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484632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Presented to: </a:t>
            </a:r>
            <a:pPr algn="ctr" indent="0" marL="0">
              <a:buNone/>
            </a:pPr>
            <a:r>
              <a:rPr lang="en-US" sz="18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[Presented to]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53492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[DTG]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8" type="title" hasCustomPrompt="1"/>
          </p:nvPr>
        </p:nvSpPr>
        <p:spPr>
          <a:xfrm>
            <a:off x="1188720" y="201168"/>
            <a:ext cx="981425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2011680" y="1371600"/>
            <a:ext cx="86868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➢"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Organization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➢"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Previous Drill AAR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➢"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Snapshot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➢"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S-1 Personnel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➢"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S-2 Intelligence &amp; Security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➢"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S-3 Operations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➢"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S-4 Logistics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➢"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S-6 Signal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➢"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S-8 Treasurer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➢"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Tracker &amp; Decisions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➢"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TAC Cadre  |  Alibis  |  Company Commander  |  Questions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8" type="title" hasCustomPrompt="1"/>
          </p:nvPr>
        </p:nvSpPr>
        <p:spPr>
          <a:xfrm>
            <a:off x="1188720" y="201168"/>
            <a:ext cx="981425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Organization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502920" y="1280160"/>
            <a:ext cx="5510632" cy="480060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02920" y="1280160"/>
            <a:ext cx="5510632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2648" y="1280160"/>
            <a:ext cx="5291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SQUADS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1719072"/>
            <a:ext cx="5291176" cy="4288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1st Squad Leader — </a:t>
            </a:r>
            <a:pPr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[Squad leader]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Members — </a:t>
            </a:r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[Members]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2nd Squad Leader — </a:t>
            </a:r>
            <a:pPr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[Squad leader]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Members — </a:t>
            </a:r>
            <a:pPr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[Members]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178144" y="1280160"/>
            <a:ext cx="5510632" cy="480060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178144" y="1280160"/>
            <a:ext cx="5510632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87872" y="1280160"/>
            <a:ext cx="5291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SHOPS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287872" y="1719072"/>
            <a:ext cx="5291176" cy="4288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S-1  Personnel — </a:t>
            </a:r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[Shop owner]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S-2  Intelligence &amp; Security — </a:t>
            </a:r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[Shop owner]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S-3  Operations — </a:t>
            </a:r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[Shop owner]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S-4  Logistics — </a:t>
            </a:r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[Shop owner]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S-6  Signal — </a:t>
            </a:r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[Shop owner]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S-8  Treasurer — </a:t>
            </a:r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[Shop owner]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8" type="title" hasCustomPrompt="1"/>
          </p:nvPr>
        </p:nvSpPr>
        <p:spPr>
          <a:xfrm>
            <a:off x="1188720" y="201168"/>
            <a:ext cx="981425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Previous Drill AAR</a:t>
            </a:r>
            <a:endParaRPr lang="en-US" sz="3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185855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926080"/>
                <a:gridCol w="1737360"/>
                <a:gridCol w="2926080"/>
                <a:gridCol w="3093415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Task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Met (Y/N)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Sustain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Improve (owner, date)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2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[Task]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[Y/N]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[Sustain]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[Improve — owner, date]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[Task]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[Y/N]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[Sustain]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[Improve — owner, date]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[Task]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[Y/N]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[Sustain]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[Improve — owner, date]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[Task]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[Y/N]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[Sustain]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[Improve — owner, date]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[Task]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[Y/N]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[Sustain]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[Improve — owner, date]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8" type="title" hasCustomPrompt="1"/>
          </p:nvPr>
        </p:nvSpPr>
        <p:spPr>
          <a:xfrm>
            <a:off x="1188720" y="201168"/>
            <a:ext cx="981425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Snapshot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502920" y="1280160"/>
            <a:ext cx="5510632" cy="2043684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02920" y="1280160"/>
            <a:ext cx="5510632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2648" y="1280160"/>
            <a:ext cx="5291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PERSONNEL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1719072"/>
            <a:ext cx="5291176" cy="1531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[Assigned strength]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[Profiles]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178144" y="1280160"/>
            <a:ext cx="5510632" cy="2043684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178144" y="1280160"/>
            <a:ext cx="5510632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87872" y="1280160"/>
            <a:ext cx="5291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LOGISTICS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287872" y="1719072"/>
            <a:ext cx="5291176" cy="1531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[Open shortages]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3488436"/>
            <a:ext cx="5510632" cy="2043684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02920" y="3488436"/>
            <a:ext cx="5510632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12648" y="3488436"/>
            <a:ext cx="5291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READINESS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12648" y="3927348"/>
            <a:ext cx="5291176" cy="1531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[Upcoming events]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78144" y="3488436"/>
            <a:ext cx="5510632" cy="2043684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78144" y="3488436"/>
            <a:ext cx="5510632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87872" y="3488436"/>
            <a:ext cx="5291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 &amp; PSG CONCERNS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287872" y="3927348"/>
            <a:ext cx="5291176" cy="1531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[Concerns]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8" type="title" hasCustomPrompt="1"/>
          </p:nvPr>
        </p:nvSpPr>
        <p:spPr>
          <a:xfrm>
            <a:off x="1188720" y="201168"/>
            <a:ext cx="981425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S-1 Personnel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502920" y="1280160"/>
            <a:ext cx="3637178" cy="425196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02920" y="1280160"/>
            <a:ext cx="3637178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2648" y="1280160"/>
            <a:ext cx="34177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  ·  SINCE LAST DRILL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1719072"/>
            <a:ext cx="3417722" cy="3739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[Admin actions closed]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277258" y="1280160"/>
            <a:ext cx="3637178" cy="425196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77258" y="1280160"/>
            <a:ext cx="3637178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386986" y="1280160"/>
            <a:ext cx="34177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  ·  STATUS NOW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4386986" y="1719072"/>
            <a:ext cx="3417722" cy="3739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[Strength and profiles]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051597" y="1280160"/>
            <a:ext cx="3637178" cy="425196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051597" y="1280160"/>
            <a:ext cx="3637178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161325" y="1280160"/>
            <a:ext cx="34177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 ·  SUSPENSES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161325" y="1719072"/>
            <a:ext cx="3417722" cy="3739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[Suspenses with NLT dates]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02920" y="5669280"/>
            <a:ext cx="1118585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02920" y="5669280"/>
            <a:ext cx="1554480" cy="54864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12648" y="56692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S-1 ASK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2194560" y="5669280"/>
            <a:ext cx="9357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[S-1 ask, or "No ask"]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8" type="title" hasCustomPrompt="1"/>
          </p:nvPr>
        </p:nvSpPr>
        <p:spPr>
          <a:xfrm>
            <a:off x="1188720" y="201168"/>
            <a:ext cx="981425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S-2 Intelligence &amp; Security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502920" y="1280160"/>
            <a:ext cx="5510632" cy="2043684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02920" y="1280160"/>
            <a:ext cx="5510632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2648" y="1280160"/>
            <a:ext cx="5291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1719072"/>
            <a:ext cx="5291176" cy="1531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[One line per region]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178144" y="1280160"/>
            <a:ext cx="5510632" cy="2043684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178144" y="1280160"/>
            <a:ext cx="5510632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87872" y="1280160"/>
            <a:ext cx="5291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INSTALLATION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287872" y="1719072"/>
            <a:ext cx="5291176" cy="1531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[Installation activity]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3488436"/>
            <a:ext cx="5510632" cy="2043684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02920" y="3488436"/>
            <a:ext cx="5510632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12648" y="3488436"/>
            <a:ext cx="5291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WEATHER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12648" y="3927348"/>
            <a:ext cx="5291176" cy="1531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[Weather and training impact]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78144" y="3488436"/>
            <a:ext cx="5510632" cy="2043684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78144" y="3488436"/>
            <a:ext cx="5510632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87872" y="3488436"/>
            <a:ext cx="5291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 PROTECTION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287872" y="3927348"/>
            <a:ext cx="5291176" cy="1531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[Force protection item]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02920" y="5669280"/>
            <a:ext cx="1118585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02920" y="5669280"/>
            <a:ext cx="1554480" cy="54864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12648" y="56692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S-2 ASK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2194560" y="5669280"/>
            <a:ext cx="9357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[S-2 ask, or "No ask"]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8" type="title" hasCustomPrompt="1"/>
          </p:nvPr>
        </p:nvSpPr>
        <p:spPr>
          <a:xfrm>
            <a:off x="1188720" y="201168"/>
            <a:ext cx="981425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S-3 Operations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502920" y="1280160"/>
            <a:ext cx="1118585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02920" y="1280160"/>
            <a:ext cx="2286000" cy="54864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2648" y="12801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  ·  LAST DRILL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2926080" y="1280160"/>
            <a:ext cx="8625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[Last drill executed]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65960"/>
            <a:ext cx="1118585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02920" y="1965960"/>
            <a:ext cx="2286000" cy="54864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12648" y="1965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  ·  THIS DRILL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2926080" y="1965960"/>
            <a:ext cx="8625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[This drill POI]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651760"/>
            <a:ext cx="3637178" cy="288036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02920" y="2651760"/>
            <a:ext cx="3637178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12648" y="2651760"/>
            <a:ext cx="34177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DAYS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12648" y="3090672"/>
            <a:ext cx="3417722" cy="2368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[30 days]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277258" y="2651760"/>
            <a:ext cx="3637178" cy="288036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77258" y="2651760"/>
            <a:ext cx="3637178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386986" y="2651760"/>
            <a:ext cx="34177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DAYS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386986" y="3090672"/>
            <a:ext cx="3417722" cy="2368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[60 days]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8051597" y="2651760"/>
            <a:ext cx="3637178" cy="288036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051597" y="2651760"/>
            <a:ext cx="3637178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161325" y="2651760"/>
            <a:ext cx="34177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90+ DAYS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161325" y="3090672"/>
            <a:ext cx="3417722" cy="2368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[90+ days]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02920" y="5669280"/>
            <a:ext cx="1118585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02920" y="5669280"/>
            <a:ext cx="1554480" cy="54864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12648" y="56692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S-3 ASK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2194560" y="5669280"/>
            <a:ext cx="9357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[S-3 ask, or "No ask"]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8" type="title" hasCustomPrompt="1"/>
          </p:nvPr>
        </p:nvSpPr>
        <p:spPr>
          <a:xfrm>
            <a:off x="1188720" y="201168"/>
            <a:ext cx="981425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S-4 Logistics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502920" y="1280160"/>
            <a:ext cx="5510632" cy="2043684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02920" y="1280160"/>
            <a:ext cx="5510632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2648" y="1280160"/>
            <a:ext cx="5291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RESOLVED  ·  SINCE LAST DRILL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1719072"/>
            <a:ext cx="5291176" cy="1531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[Item, OC, status, get-well date]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178144" y="1280160"/>
            <a:ext cx="5510632" cy="2043684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178144" y="1280160"/>
            <a:ext cx="5510632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87872" y="1280160"/>
            <a:ext cx="5291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SHORTAGES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287872" y="1719072"/>
            <a:ext cx="5291176" cy="1531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[Item, OC, status, get-well date]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3488436"/>
            <a:ext cx="5510632" cy="2043684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02920" y="3488436"/>
            <a:ext cx="5510632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12648" y="3488436"/>
            <a:ext cx="5291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BILLETING &amp; CHOW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12648" y="3927348"/>
            <a:ext cx="5291176" cy="1531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[Billeting and chow requests]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78144" y="3488436"/>
            <a:ext cx="5510632" cy="2043684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78144" y="3488436"/>
            <a:ext cx="5510632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87872" y="3488436"/>
            <a:ext cx="5291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TO TRAINING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287872" y="3927348"/>
            <a:ext cx="5291176" cy="1531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[Training at risk]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02920" y="5669280"/>
            <a:ext cx="1118585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02920" y="5669280"/>
            <a:ext cx="1554480" cy="54864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12648" y="56692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S-4 ASK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2194560" y="5669280"/>
            <a:ext cx="9357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[S-4 ask, or "No ask"]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8" type="title" hasCustomPrompt="1"/>
          </p:nvPr>
        </p:nvSpPr>
        <p:spPr>
          <a:xfrm>
            <a:off x="1188720" y="201168"/>
            <a:ext cx="981425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S-6 Signal</a:t>
            </a:r>
            <a:endParaRPr lang="en-US" sz="3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551063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978076"/>
                <a:gridCol w="1978076"/>
              </a:tblGrid>
              <a:tr h="8503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During Drill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Outside Drill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2C"/>
                    </a:solidFill>
                  </a:tcPr>
                </a:tc>
              </a:tr>
              <a:tr h="8503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   Primary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[P]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[P]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503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  Alternate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[A]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[A]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503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   Contingency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503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   Emergency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[E]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[E]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6178144" y="1280160"/>
            <a:ext cx="5510632" cy="2043684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6178144" y="1280160"/>
            <a:ext cx="5510632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287872" y="1280160"/>
            <a:ext cx="5291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RADIO ACCOUNTABILITY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6287872" y="1719072"/>
            <a:ext cx="5291176" cy="1531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[Radio accountability]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6178144" y="3488436"/>
            <a:ext cx="5510632" cy="2043684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78144" y="3488436"/>
            <a:ext cx="5510632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287872" y="3488436"/>
            <a:ext cx="5291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ISSUES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6287872" y="3927348"/>
            <a:ext cx="5291176" cy="1531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[Access issues]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02920" y="5669280"/>
            <a:ext cx="1118585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02920" y="5669280"/>
            <a:ext cx="1554480" cy="54864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12648" y="56692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S-6 ASK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2194560" y="5669280"/>
            <a:ext cx="9357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[S-6 ask, or "No ask"]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8" type="title" hasCustomPrompt="1"/>
          </p:nvPr>
        </p:nvSpPr>
        <p:spPr>
          <a:xfrm>
            <a:off x="1188720" y="201168"/>
            <a:ext cx="981425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S-8 Treasurer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502920" y="1280160"/>
            <a:ext cx="5510632" cy="2043684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02920" y="1280160"/>
            <a:ext cx="5510632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2648" y="1280160"/>
            <a:ext cx="5291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1719072"/>
            <a:ext cx="5291176" cy="1531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[Balance]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178144" y="1280160"/>
            <a:ext cx="5510632" cy="2043684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178144" y="1280160"/>
            <a:ext cx="5510632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87872" y="1280160"/>
            <a:ext cx="5291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 ·  SINCE LAST DRILL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287872" y="1719072"/>
            <a:ext cx="5291176" cy="1531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[Activity since last drill]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3488436"/>
            <a:ext cx="5510632" cy="2043684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02920" y="3488436"/>
            <a:ext cx="5510632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12648" y="3488436"/>
            <a:ext cx="5291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12648" y="3927348"/>
            <a:ext cx="5291176" cy="1531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[Next steps]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78144" y="3488436"/>
            <a:ext cx="5510632" cy="2043684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78144" y="3488436"/>
            <a:ext cx="5510632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87872" y="3488436"/>
            <a:ext cx="5291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FROM HIGHER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287872" y="3927348"/>
            <a:ext cx="5291176" cy="1531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[Needs from higher]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02920" y="5669280"/>
            <a:ext cx="1118585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02920" y="5669280"/>
            <a:ext cx="1554480" cy="54864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12648" y="56692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S-8 ASK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2194560" y="5669280"/>
            <a:ext cx="9357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[S-8 ask, or "No ask"]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8" type="title" hasCustomPrompt="1"/>
          </p:nvPr>
        </p:nvSpPr>
        <p:spPr>
          <a:xfrm>
            <a:off x="1188720" y="201168"/>
            <a:ext cx="981425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Tracker &amp; Decisions</a:t>
            </a:r>
            <a:endParaRPr lang="en-US" sz="3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722376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1280160"/>
                <a:gridCol w="1645920"/>
              </a:tblGrid>
              <a:tr h="8001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Suspense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2C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[Item]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[Owner]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[Suspense]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[Status]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[Item]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[Owner]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[Suspense]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[Status]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[Item]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[Owner]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[Suspense]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[Status]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[Item]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[Owner]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[Suspense]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[Status]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[Item]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[Owner]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[Suspense]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[Status]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7891272" y="1280160"/>
            <a:ext cx="3797503" cy="480060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7891272" y="1280160"/>
            <a:ext cx="3797503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01000" y="1280160"/>
            <a:ext cx="35780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DECISIONS REQUIRED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8001000" y="1719072"/>
            <a:ext cx="3578047" cy="4288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[Decision required]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[Decision required]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[Decision required]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8" type="title" hasCustomPrompt="1"/>
          </p:nvPr>
        </p:nvSpPr>
        <p:spPr>
          <a:xfrm>
            <a:off x="1188720" y="201168"/>
            <a:ext cx="981425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502920" y="2423160"/>
            <a:ext cx="11185855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60120" y="2880360"/>
            <a:ext cx="822960" cy="822960"/>
          </a:xfrm>
          <a:prstGeom prst="rect">
            <a:avLst/>
          </a:prstGeom>
          <a:solidFill>
            <a:srgbClr val="1F4E2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2148840" y="2788920"/>
            <a:ext cx="91741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TAC Cadre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2148840" y="3474720"/>
            <a:ext cx="9174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Cadre remarks and guidance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8" type="title" hasCustomPrompt="1"/>
          </p:nvPr>
        </p:nvSpPr>
        <p:spPr>
          <a:xfrm>
            <a:off x="1188720" y="201168"/>
            <a:ext cx="981425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502920" y="2423160"/>
            <a:ext cx="11185855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60120" y="2880360"/>
            <a:ext cx="822960" cy="822960"/>
          </a:xfrm>
          <a:prstGeom prst="rect">
            <a:avLst/>
          </a:prstGeom>
          <a:solidFill>
            <a:srgbClr val="1F4E2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2148840" y="2788920"/>
            <a:ext cx="91741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Alibis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2148840" y="3474720"/>
            <a:ext cx="9174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Outstanding items from the platoon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8" type="title" hasCustomPrompt="1"/>
          </p:nvPr>
        </p:nvSpPr>
        <p:spPr>
          <a:xfrm>
            <a:off x="1188720" y="201168"/>
            <a:ext cx="981425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502920" y="2423160"/>
            <a:ext cx="11185855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60120" y="2880360"/>
            <a:ext cx="822960" cy="822960"/>
          </a:xfrm>
          <a:prstGeom prst="rect">
            <a:avLst/>
          </a:prstGeom>
          <a:solidFill>
            <a:srgbClr val="1F4E2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2148840" y="2788920"/>
            <a:ext cx="91741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Commander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2148840" y="3474720"/>
            <a:ext cx="9174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Commander's remarks and guidance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8" type="title" hasCustomPrompt="1"/>
          </p:nvPr>
        </p:nvSpPr>
        <p:spPr>
          <a:xfrm>
            <a:off x="1188720" y="201168"/>
            <a:ext cx="981425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502920" y="2423160"/>
            <a:ext cx="11185855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60120" y="2880360"/>
            <a:ext cx="822960" cy="822960"/>
          </a:xfrm>
          <a:prstGeom prst="rect">
            <a:avLst/>
          </a:prstGeom>
          <a:solidFill>
            <a:srgbClr val="1F4E2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2148840" y="2788920"/>
            <a:ext cx="91741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2148840" y="3474720"/>
            <a:ext cx="9174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floor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 94 CUB Template</dc:title>
  <dc:subject>PptxGenJS Presentation</dc:subject>
  <dc:creator>OCS Class 94</dc:creator>
  <cp:lastModifiedBy>OCS Class 94</cp:lastModifiedBy>
  <cp:revision>1</cp:revision>
  <dcterms:created xsi:type="dcterms:W3CDTF">2026-10-05T19:16:54Z</dcterms:created>
  <dcterms:modified xsi:type="dcterms:W3CDTF">2026-10-05T19:16:54Z</dcterms:modified>
</cp:coreProperties>
</file>